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86ee0e04443e3" /><Relationship Type="http://schemas.openxmlformats.org/officeDocument/2006/relationships/extended-properties" Target="/docProps/app.xml" Id="R6743a7a632314164" /><Relationship Type="http://schemas.openxmlformats.org/officeDocument/2006/relationships/officeDocument" Target="/ppt/presentation.xml" Id="R9a6b403f8ce8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b60ab045441f7"/>
  </p:sldMasterIdLst>
  <p:notesMasterIdLst>
    <p:notesMasterId xmlns:r="http://schemas.openxmlformats.org/officeDocument/2006/relationships" r:id="R99f200329ca14af6"/>
  </p:notesMasterIdLst>
  <p:sldIdLst>
    <p:sldId xmlns:r="http://schemas.openxmlformats.org/officeDocument/2006/relationships" id="256" r:id="R5e590871ffea41e5"/>
    <p:sldId xmlns:r="http://schemas.openxmlformats.org/officeDocument/2006/relationships" id="257" r:id="R6fa1627db3eb4c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1b173d9f64408" /><Relationship Type="http://schemas.openxmlformats.org/officeDocument/2006/relationships/slideMaster" Target="/ppt/slideMasters/slideMaster1.xml" Id="Rffab60ab045441f7" /><Relationship Type="http://schemas.openxmlformats.org/officeDocument/2006/relationships/notesMaster" Target="/ppt/notesMasters/notesMaster1.xml" Id="R99f200329ca14af6" /><Relationship Type="http://schemas.openxmlformats.org/officeDocument/2006/relationships/presProps" Target="/ppt/presProps.xml" Id="R5c31e5709e59453a" /><Relationship Type="http://schemas.openxmlformats.org/officeDocument/2006/relationships/tableStyles" Target="/ppt/tableStyles.xml" Id="R4710064649fe40e4" /><Relationship Type="http://schemas.openxmlformats.org/officeDocument/2006/relationships/slide" Target="/ppt/slides/slide1.xml" Id="R5e590871ffea41e5" /><Relationship Type="http://schemas.openxmlformats.org/officeDocument/2006/relationships/slide" Target="/ppt/slides/slide2.xml" Id="R6fa1627db3eb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5ff1071764e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466493e7947bc" /><Relationship Type="http://schemas.openxmlformats.org/officeDocument/2006/relationships/notesMaster" Target="/ppt/notesMasters/notesMaster1.xml" Id="Rd2d9e0f6abaf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2cccbd83884212" /><Relationship Type="http://schemas.openxmlformats.org/officeDocument/2006/relationships/notesMaster" Target="/ppt/notesMasters/notesMaster1.xml" Id="Rbb204146077d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deployment/current_vcm/metadata.json; docs/ME2_DATASET_ALIGNMENT.json; tinyvcm_antigrav/model.py. The 100 IDs are reference-dataset speaker IDs; personal recordings are dominated by one speaker. No LLM or ASR is used for recognition.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deployment/current_vcm/metadata.json; runs/me2-vcm-20260930-refined-intent/final_evaluation.json. Wake counts are five-position offline saved-audio replay, not continuous room false activations. Reference test is reused; personal holdout shares speakers with training. The newest pair is not yet tested on the 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e0eddd5674d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e9377213a482e" /><Relationship Type="http://schemas.openxmlformats.org/officeDocument/2006/relationships/slideLayout" Target="/ppt/slideLayouts/slideLayout1.xml" Id="R229a90778da7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a90778da7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e7a78b6ba490c" /><Relationship Type="http://schemas.openxmlformats.org/officeDocument/2006/relationships/notesSlide" Target="/ppt/notesSlides/notesSlide1.xml" Id="Rdfabcaee20704c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3e8170afc4b0d" /><Relationship Type="http://schemas.openxmlformats.org/officeDocument/2006/relationships/notesSlide" Target="/ppt/notesSlides/notesSlide2.xml" Id="R3f8b8c13feb3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A0302-9F97-4094-AFC7-ADEE686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76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AD28-CE87-4F4F-B213-FADF3F9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ME2 - VCM on Raspberry Pi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5F22-62EC-4E96-9FA5-6BADA8C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334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Always listening locally · two scratch-trained TinyDSCNN-48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642E8-B036-42F0-8C0B-2F4DDEB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Speech-to-action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D422-A0FE-4305-A87D-64BC911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DD885-2254-4382-8D3B-A9D513D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C92EC-10E6-4BA1-8B98-EF8FB66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Microphone + log-mel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568E-0C77-47BC-A1B6-5B6F136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16 kHz · 2.5 s · 40 × 251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89867-5B50-4B24-80E1-AA496AD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94D5A-1DE6-4105-A99B-8489CF7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6572-CA77-4C3F-B255-D8D4A45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BD828-072C-471F-B47A-1DE18AF3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Binary wake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1F850-F3A9-4FE6-829C-8306D8CF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NON_WAKE / WAKE_WORD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B7DD6-6DAD-49B8-9BCD-3C711E2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EC0E2-D8C1-4D07-9FCF-69538C2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14ADD-3E47-423C-80A8-0C6C3A8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9A011-446F-47ED-A1D2-7966BE2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classifier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7266E-755F-4F52-ACB4-293ABD1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31 fixed command classes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ED087-AD5C-4CCE-9193-B597CB3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FAA10-7663-4D32-B093-B53A7C7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EEBE0-7C5C-4AE1-B2F8-D2D1681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35426-09FF-45A5-8AC8-C3418B1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AE5B6-7D3B-464C-A21F-2A94D59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Light · media · temp · weather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93CCC-31DA-4591-BAF4-CDD7F43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846D4-7602-402A-976E-9EB30BF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17,986 command clips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9F09C-291B-4D0A-B77C-CFBC5C5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100 reference speaker 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5069C-3A79-48E0-8131-7A46F565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524 personal saves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817B9-0E15-463F-950D-05F1262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4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292 unique waveforms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E8EE0-2C26-45E3-9D0E-A34E9B0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4102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74.9 KiB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3921-096E-4CFD-9EF8-E97E0F6B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84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Two INT8 ONNX models</a:t>
            </a:r>
          </a:p>
        </p:txBody>
      </p:sp>
    </p:spTree>
    <p:extLst>
      <p:ext uri="{BB962C8B-B14F-4D97-AF65-F5344CB8AC3E}">
        <p14:creationId xmlns:p14="http://schemas.microsoft.com/office/powerpoint/2010/main" val="2044101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C4938-9D6B-470D-B771-831C925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17F3-87BE-46BE-AF00-7FCCE5B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Measured performance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CF8C5-BE57-4C7D-A99F-7BFA19B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Reused speaker-held-out command split · fixed 0.95 wake operating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31CF-33C7-4CE9-92BE-B323C7A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97.1%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5372-4008-4AD1-A7B4-E080D62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intent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368B4-E90F-4A83-926A-368F09C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847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97.1%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E99D-A83F-4978-AD54-478B05D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4E0AE-3268-4235-90A1-E52EDD8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D31DC-5639-4A2B-8C42-B98509E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personal wake hits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82B62-D883-4F95-89E9-27F4B19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CF84A-A1D6-4A31-B2AD-3041045F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784FB-7D71-4551-85A0-FCC7AA2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052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1  Say “Hi Dandan” → wake gate opens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8C405-F83F-4508-95A2-FA04E39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2  Control light, volume and local music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D2549-1396-494F-9F37-2E61D47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3  Set temperature; ask live weather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50E2-4822-4B51-AAF6-A8CB086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4  Switch microphone without restarting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F50B-BD97-4DC3-9FCF-79267C5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285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167C9-A132-4B88-97B5-4D422A5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1950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Honest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BD318-CD8B-4806-9883-33CB188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33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53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534B"/>
                </a:solidFill>
                <a:latin typeface="Arial"/>
                <a:ea typeface="Arial"/>
                <a:cs typeface="Arial"/>
              </a:rPr>
              <a:t>Weakest class F1: 94.1%; 6 classes below 95% F1 or recall.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639AD-E0F5-4BA5-9D7B-4BAAA7E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863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2 false wakes / 1855 non-wake clips at 0.95.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2DF50-3963-4873-9842-5774BA0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007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Latest pair is staged for a manual Pi test; live Pi speech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8873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2026-09-30T00:30:47.9040000Z</dcterms:created>
  <dcterms:modified xsi:type="dcterms:W3CDTF">2026-09-30T00:30:47.9040000Z</dcterms:modified>
</coreProperties>
</file>